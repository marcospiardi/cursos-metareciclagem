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Estilo Claro 1 - Ênfas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51" d="100"/>
          <a:sy n="51" d="100"/>
        </p:scale>
        <p:origin x="-1044" y="-90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988D7340-AC1C-D335-9DFB-A31ECC4F34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6C573757-9353-E78D-C779-0CFFCF434B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EC91A9FC-D28B-9C2D-BD97-235DB50CD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F8A9F-9887-4AFD-BDD5-46FFAB207D3B}" type="datetimeFigureOut">
              <a:rPr lang="pt-BR" smtClean="0"/>
              <a:pPr/>
              <a:t>09/10/2026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7908B075-8DE7-1D19-F09F-103E9517B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6EAD1898-3EA7-E133-13D5-CFC2B73C8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152A5-54D0-416B-9020-4A5880DB46C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2373195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450BDEB3-8131-F5BB-AF3C-78B3DDC10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37E4FC4B-07EB-652A-2D8D-5EFD608708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DA251726-39B5-449D-2A34-ADF50AA9B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F8A9F-9887-4AFD-BDD5-46FFAB207D3B}" type="datetimeFigureOut">
              <a:rPr lang="pt-BR" smtClean="0"/>
              <a:pPr/>
              <a:t>09/10/2026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B2D31F5C-65C2-B7AA-F4F9-02BD5E7F6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1B192E92-6D94-1AD0-F0BF-FE3FE742B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152A5-54D0-416B-9020-4A5880DB46C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784024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768F82C-E99F-FA3F-4D85-7C37E69D7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xmlns="" id="{9EA7435F-5289-2698-5AA0-F56C7ADE13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1A05EB5D-3D52-FF2C-46AE-EB439A5DA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F8A9F-9887-4AFD-BDD5-46FFAB207D3B}" type="datetimeFigureOut">
              <a:rPr lang="pt-BR" smtClean="0"/>
              <a:pPr/>
              <a:t>09/10/2026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ED641C7A-872C-CF25-C3D9-F3AD8C622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DAC23C26-0426-6890-3C21-AFACA008E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152A5-54D0-416B-9020-4A5880DB46C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665420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E260019-4E83-7B4D-49E3-DA19FADF3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67B125F2-25A0-A288-CACD-1DFB137A50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xmlns="" id="{F1DB7E2C-C66F-FB6D-4F6D-C4DC04B638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xmlns="" id="{2F069690-F470-58B1-5D8E-8C99E6993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F8A9F-9887-4AFD-BDD5-46FFAB207D3B}" type="datetimeFigureOut">
              <a:rPr lang="pt-BR" smtClean="0"/>
              <a:pPr/>
              <a:t>09/10/2026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xmlns="" id="{473FB9B6-BF2E-AE73-9746-84E16447A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xmlns="" id="{F33BF189-EFBD-D8C4-534C-6007847C7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152A5-54D0-416B-9020-4A5880DB46C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2840000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C3612856-AAE8-7EFF-A03B-DD1F0258B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xmlns="" id="{22084C09-7A51-C8E7-0EAC-5D2F77608B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xmlns="" id="{4D942E87-62D3-647A-0A00-0B3E654065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xmlns="" id="{D28C9847-FA54-0F16-66D8-B99BD43040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xmlns="" id="{77445308-B358-EA12-EF0F-961BFABB1F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xmlns="" id="{BC889FAE-6CF8-E0DA-61A9-06659CC22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F8A9F-9887-4AFD-BDD5-46FFAB207D3B}" type="datetimeFigureOut">
              <a:rPr lang="pt-BR" smtClean="0"/>
              <a:pPr/>
              <a:t>09/10/2026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xmlns="" id="{751CDA3F-2EF0-D59B-A483-B048270A9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xmlns="" id="{6885FAE5-3AE0-A6A0-DC0B-B58E27D82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152A5-54D0-416B-9020-4A5880DB46C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2713382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C0605B11-0875-7307-E6FC-8CFB4E3C4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xmlns="" id="{4D9958D1-FC79-CE6A-D5B4-8DFB5F22B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F8A9F-9887-4AFD-BDD5-46FFAB207D3B}" type="datetimeFigureOut">
              <a:rPr lang="pt-BR" smtClean="0"/>
              <a:pPr/>
              <a:t>09/10/2026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DBA16ABF-5E7A-A5ED-1CD5-19C001BBC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FFCB8D3-9F42-ED85-A78A-DFEED0B0D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152A5-54D0-416B-9020-4A5880DB46C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5745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xmlns="" id="{9322833D-885A-A96C-139C-7CFDFC7BF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F8A9F-9887-4AFD-BDD5-46FFAB207D3B}" type="datetimeFigureOut">
              <a:rPr lang="pt-BR" smtClean="0"/>
              <a:pPr/>
              <a:t>09/10/2026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xmlns="" id="{C1561B12-639C-5A8A-45C0-79CBCE8DD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xmlns="" id="{AB55C35D-DE39-1EC9-BDAC-3626F5E03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152A5-54D0-416B-9020-4A5880DB46C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2275760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0CD651CE-197D-AD4E-F40B-7426C2A48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CBEF4ACB-3264-332B-5AE9-97F15BEE97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xmlns="" id="{69D124DB-5266-A49D-762A-1B01331B6E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xmlns="" id="{68304E79-F36E-A41E-90B0-AFCB3F3D7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F8A9F-9887-4AFD-BDD5-46FFAB207D3B}" type="datetimeFigureOut">
              <a:rPr lang="pt-BR" smtClean="0"/>
              <a:pPr/>
              <a:t>09/10/2026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xmlns="" id="{FC1AA931-8E0D-A219-0427-A729D3899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xmlns="" id="{D962EF6E-F121-A3E4-67EE-930A5B148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152A5-54D0-416B-9020-4A5880DB46C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385123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213E1509-B4AD-C88D-0B09-D385664FC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xmlns="" id="{479D45C9-AD3F-3FA0-55CF-4A586AF1E3D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xmlns="" id="{A7F37873-02AC-EE06-5476-97EEE0D045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xmlns="" id="{9C0C2566-816A-D5F0-8443-4F252A448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F8A9F-9887-4AFD-BDD5-46FFAB207D3B}" type="datetimeFigureOut">
              <a:rPr lang="pt-BR" smtClean="0"/>
              <a:pPr/>
              <a:t>09/10/2026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xmlns="" id="{4AA8F383-C247-A47D-DDE1-6D94F4114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xmlns="" id="{3B8AB093-A35C-8125-DBAB-75BF8183D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152A5-54D0-416B-9020-4A5880DB46C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2429995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89564494-9BBC-4942-086D-F548B4D1F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xmlns="" id="{7F99D54D-F4B6-B7C0-BC99-1B26823E72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D7FA09A7-A3FD-9547-573E-EEC33A4B4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F8A9F-9887-4AFD-BDD5-46FFAB207D3B}" type="datetimeFigureOut">
              <a:rPr lang="pt-BR" smtClean="0"/>
              <a:pPr/>
              <a:t>09/10/2026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38453A1E-7EC0-9220-3AA8-3DD0CB270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4C7E3044-4E7E-4B76-F3F0-93F17BA50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152A5-54D0-416B-9020-4A5880DB46C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2870943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xmlns="" id="{671057A5-13E6-46F7-6E00-BEA2C89EEF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xmlns="" id="{B339FB6A-4144-C983-5272-48FF70ECD2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8538756E-9895-70D8-C3DB-2BF712A02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F8A9F-9887-4AFD-BDD5-46FFAB207D3B}" type="datetimeFigureOut">
              <a:rPr lang="pt-BR" smtClean="0"/>
              <a:pPr/>
              <a:t>09/10/2026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FF79E691-F4FD-F62C-FBDB-48E906293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5C40F6A5-991C-9E50-851C-F9B77500B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152A5-54D0-416B-9020-4A5880DB46C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299179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xmlns="" id="{96A97C9B-143F-FF88-7407-ED0C81FAE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xmlns="" id="{946D4B0F-E330-91BA-DF6D-B4350B6424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C4F25396-0CAB-3FB2-F445-96DC71A540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2F8A9F-9887-4AFD-BDD5-46FFAB207D3B}" type="datetimeFigureOut">
              <a:rPr lang="pt-BR" smtClean="0"/>
              <a:pPr/>
              <a:t>09/10/2026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55ACBE9C-84F0-12F7-39C4-FF2374865F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973C8537-8664-BFDF-608C-6A2FC9568D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F152A5-54D0-416B-9020-4A5880DB46C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836301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xmlns="" id="{FCA40058-64C1-16C3-3AB0-E8D55D3D1F0C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38528" y="1264701"/>
            <a:ext cx="2228048" cy="184589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xmlns="" id="{575EB3C3-F2B0-0DB2-E86F-7CE60055B184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412992" y="1213343"/>
            <a:ext cx="3547872" cy="1948605"/>
          </a:xfrm>
          <a:prstGeom prst="rect">
            <a:avLst/>
          </a:prstGeom>
        </p:spPr>
      </p:pic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xmlns="" id="{FE35D58F-65D5-DC64-1616-262A50530B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646443154"/>
              </p:ext>
            </p:extLst>
          </p:nvPr>
        </p:nvGraphicFramePr>
        <p:xfrm>
          <a:off x="2032000" y="3744218"/>
          <a:ext cx="8128000" cy="23266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xmlns="" val="19662274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73594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3600" b="1" kern="1200" dirty="0">
                          <a:solidFill>
                            <a:schemeClr val="dk1"/>
                          </a:solidFill>
                          <a:effectLst/>
                        </a:rPr>
                        <a:t>Sistema EventosMeta</a:t>
                      </a:r>
                      <a:endParaRPr lang="pt-BR" sz="3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9659693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022518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kern="1200" dirty="0">
                          <a:solidFill>
                            <a:schemeClr val="dk1"/>
                          </a:solidFill>
                          <a:effectLst/>
                        </a:rPr>
                        <a:t>Módulo </a:t>
                      </a:r>
                      <a:r>
                        <a:rPr lang="pt-BR" sz="2800" kern="1200" dirty="0" smtClean="0">
                          <a:solidFill>
                            <a:schemeClr val="dk1"/>
                          </a:solidFill>
                          <a:effectLst/>
                        </a:rPr>
                        <a:t>4 </a:t>
                      </a:r>
                      <a:r>
                        <a:rPr lang="pt-BR" sz="2800" kern="1200" dirty="0">
                          <a:solidFill>
                            <a:schemeClr val="dk1"/>
                          </a:solidFill>
                          <a:effectLst/>
                        </a:rPr>
                        <a:t>- </a:t>
                      </a:r>
                      <a:r>
                        <a:rPr lang="pt-BR" sz="2800" kern="1200" dirty="0" err="1" smtClean="0">
                          <a:solidFill>
                            <a:schemeClr val="dk1"/>
                          </a:solidFill>
                          <a:effectLst/>
                        </a:rPr>
                        <a:t>Logando</a:t>
                      </a:r>
                      <a:r>
                        <a:rPr lang="pt-BR" sz="2800" kern="1200" dirty="0" smtClean="0">
                          <a:solidFill>
                            <a:schemeClr val="dk1"/>
                          </a:solidFill>
                          <a:effectLst/>
                        </a:rPr>
                        <a:t> no sistema e alterando dados de cadastro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4015921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661120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</TotalTime>
  <Words>13</Words>
  <Application>Microsoft Office PowerPoint</Application>
  <PresentationFormat>Personalizar</PresentationFormat>
  <Paragraphs>2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Tema do Office</vt:lpstr>
      <vt:lpstr>Slide 1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Marcos Piardi</dc:creator>
  <cp:lastModifiedBy>Marcos Aparecido Piardi</cp:lastModifiedBy>
  <cp:revision>26</cp:revision>
  <dcterms:created xsi:type="dcterms:W3CDTF">2026-10-08T11:34:32Z</dcterms:created>
  <dcterms:modified xsi:type="dcterms:W3CDTF">2026-10-09T15:48:14Z</dcterms:modified>
</cp:coreProperties>
</file>